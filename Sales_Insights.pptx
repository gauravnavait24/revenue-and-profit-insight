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  <Relationship Id='rId8' Target='slides/slide3.xml' Type='http://schemas.openxmlformats.org/officeDocument/2006/relationships/slide' />
  <Relationship Id='rId9' Target='slides/slide4.xml' Type='http://schemas.openxmlformats.org/officeDocument/2006/relationships/slide' />
  <Relationship Id='rId10' Target='slides/slide5.xml' Type='http://schemas.openxmlformats.org/officeDocument/2006/relationships/slide' />
  <Relationship Id='rId11' Target='slides/slide6.xml' Type='http://schemas.openxmlformats.org/officeDocument/2006/relationships/slide' />
  <Relationship Id='rId12' Target='slides/slide7.xml' Type='http://schemas.openxmlformats.org/officeDocument/2006/relationships/slide' />
  <Relationship Id='rId13' Target='slides/slide8.xml' Type='http://schemas.openxmlformats.org/officeDocument/2006/relationships/slide' />
  <Relationship Id='rId14' Target='slides/slide9.xml' Type='http://schemas.openxmlformats.org/officeDocument/2006/relationships/slide' />
  <Relationship Id='rId15' Target='slides/slide10.xml' Type='http://schemas.openxmlformats.org/officeDocument/2006/relationships/slide' />
  <Relationship Id='rId16' Target='slides/slide11.xml' Type='http://schemas.openxmlformats.org/officeDocument/2006/relationships/slide' />
  <Relationship Id='rId17' Target='slides/slide12.xml' Type='http://schemas.openxmlformats.org/officeDocument/2006/relationships/slide' />
  <Relationship Id='rId18' Target='slides/slide13.xml' Type='http://schemas.openxmlformats.org/officeDocument/2006/relationships/slide' />
  <Relationship Id='rId19' Target='slides/slide14.xml' Type='http://schemas.openxmlformats.org/officeDocument/2006/relationships/slide' />
  <Relationship Id='rId20' Target='slides/slide15.xml' Type='http://schemas.openxmlformats.org/officeDocument/2006/relationships/slide' />
  <Relationship Id='rId21' Target='slides/slide16.xml' Type='http://schemas.openxmlformats.org/officeDocument/2006/relationships/slide' />
  <Relationship Id='rId22' Target='slides/slide17.xml' Type='http://schemas.openxmlformats.org/officeDocument/2006/relationships/slide' />
  <Relationship Id='rId23' Target='slides/slide18.xml' Type='http://schemas.openxmlformats.org/officeDocument/2006/relationships/slide' />
  <Relationship Id='rId24' Target='slides/slide19.xml' Type='http://schemas.openxmlformats.org/officeDocument/2006/relationships/slide' />
  <Relationship Id='rId25' Target='slides/slide20.xml' Type='http://schemas.openxmlformats.org/officeDocument/2006/relationships/slide' />
  <Relationship Id='rId26' Target='slides/slide21.xml' Type='http://schemas.openxmlformats.org/officeDocument/2006/relationships/slide' />
  <Relationship Id='rId27' Target='slides/slide22.xml' Type='http://schemas.openxmlformats.org/officeDocument/2006/relationships/slide' />
  <Relationship Id='rId28' Target='slides/slide23.xml' Type='http://schemas.openxmlformats.org/officeDocument/2006/relationships/slide' />
  <Relationship Id='rId29' Target='slides/slide24.xml' Type='http://schemas.openxmlformats.org/officeDocument/2006/relationships/slide' />
  <Relationship Id='rId30' Target='slides/slide25.xml' Type='http://schemas.openxmlformats.org/officeDocument/2006/relationships/slide' />
  <Relationship Id='rId31' Target='slides/slide26.xml' Type='http://schemas.openxmlformats.org/officeDocument/2006/relationships/slide' />
  <Relationship Id='rId32' Target='slides/slide27.xml' Type='http://schemas.openxmlformats.org/officeDocument/2006/relationships/slide' />
  <Relationship Id='rId33' Target='slides/slide28.xml' Type='http://schemas.openxmlformats.org/officeDocument/2006/relationships/slide' />
  <Relationship Id='rId34' Target='slides/slide29.xml' Type='http://schemas.openxmlformats.org/officeDocument/2006/relationships/slide' />
  <Relationship Id='rId35' Target='slides/slide30.xml' Type='http://schemas.openxmlformats.org/officeDocument/2006/relationships/slide' />
  <Relationship Id='rId36' Target='slides/slide31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6' Target='https://public.tableau.com/views/Sales_Insights_17434927652660/RevenueAnalysis' TargetMode='External' Type='http://schemas.openxmlformats.org/officeDocument/2006/relationships/hyperlink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9' Target='../media/image3.png' Type='http://schemas.openxmlformats.org/officeDocument/2006/relationships/image' />
</Relationships>

</file>

<file path=ppt/slides/_rels/slide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0' Target='../media/image4.png' Type='http://schemas.openxmlformats.org/officeDocument/2006/relationships/image' />
</Relationships>

</file>

<file path=ppt/slides/_rels/slide6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1' Target='../media/image5.png' Type='http://schemas.openxmlformats.org/officeDocument/2006/relationships/image' />
</Relationships>

</file>

<file path=ppt/slides/_rels/slide7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2' Target='../media/image6.png' Type='http://schemas.openxmlformats.org/officeDocument/2006/relationships/image' />
</Relationships>

</file>

<file path=ppt/slides/_rels/slide8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3' Target='../media/image7.png' Type='http://schemas.openxmlformats.org/officeDocument/2006/relationships/image' />
</Relationships>

</file>

<file path=ppt/slides/_rels/slide9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4' Target='../media/image8.png' Type='http://schemas.openxmlformats.org/officeDocument/2006/relationships/image' />
</Relationships>

</file>

<file path=ppt/slides/_rels/slide10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5' Target='../media/image9.png' Type='http://schemas.openxmlformats.org/officeDocument/2006/relationships/image' />
</Relationships>

</file>

<file path=ppt/slides/_rels/slide1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6' Target='../media/image10.png' Type='http://schemas.openxmlformats.org/officeDocument/2006/relationships/image' />
</Relationships>

</file>

<file path=ppt/slides/_rels/slide1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7' Target='../media/image11.png' Type='http://schemas.openxmlformats.org/officeDocument/2006/relationships/image' />
</Relationships>

</file>

<file path=ppt/slides/_rels/slide1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8' Target='../media/image12.png' Type='http://schemas.openxmlformats.org/officeDocument/2006/relationships/image' />
</Relationships>

</file>

<file path=ppt/slides/_rels/slide1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9' Target='../media/image13.png' Type='http://schemas.openxmlformats.org/officeDocument/2006/relationships/image' />
</Relationships>

</file>

<file path=ppt/slides/_rels/slide1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20' Target='../media/image14.png' Type='http://schemas.openxmlformats.org/officeDocument/2006/relationships/image' />
</Relationships>

</file>

<file path=ppt/slides/_rels/slide16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21' Target='../media/image15.png' Type='http://schemas.openxmlformats.org/officeDocument/2006/relationships/image' />
</Relationships>

</file>

<file path=ppt/slides/_rels/slide17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22' Target='../media/image16.png' Type='http://schemas.openxmlformats.org/officeDocument/2006/relationships/image' />
</Relationships>

</file>

<file path=ppt/slides/_rels/slide18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23' Target='../media/image17.png' Type='http://schemas.openxmlformats.org/officeDocument/2006/relationships/image' />
</Relationships>

</file>

<file path=ppt/slides/_rels/slide19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24' Target='../media/image18.png' Type='http://schemas.openxmlformats.org/officeDocument/2006/relationships/image' />
</Relationships>

</file>

<file path=ppt/slides/_rels/slide20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25' Target='../media/image19.png' Type='http://schemas.openxmlformats.org/officeDocument/2006/relationships/image' />
</Relationships>

</file>

<file path=ppt/slides/_rels/slide2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26' Target='../media/image20.png' Type='http://schemas.openxmlformats.org/officeDocument/2006/relationships/image' />
</Relationships>

</file>

<file path=ppt/slides/_rels/slide2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27' Target='../media/image21.png' Type='http://schemas.openxmlformats.org/officeDocument/2006/relationships/image' />
</Relationships>

</file>

<file path=ppt/slides/_rels/slide2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28' Target='../media/image22.png' Type='http://schemas.openxmlformats.org/officeDocument/2006/relationships/image' />
</Relationships>

</file>

<file path=ppt/slides/_rels/slide2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29' Target='../media/image23.png' Type='http://schemas.openxmlformats.org/officeDocument/2006/relationships/image' />
</Relationships>

</file>

<file path=ppt/slides/_rels/slide2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30' Target='../media/image24.png' Type='http://schemas.openxmlformats.org/officeDocument/2006/relationships/image' />
</Relationships>

</file>

<file path=ppt/slides/_rels/slide26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31' Target='../media/image25.png' Type='http://schemas.openxmlformats.org/officeDocument/2006/relationships/image' />
</Relationships>

</file>

<file path=ppt/slides/_rels/slide27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32' Target='../media/image26.png' Type='http://schemas.openxmlformats.org/officeDocument/2006/relationships/image' />
</Relationships>

</file>

<file path=ppt/slides/_rels/slide28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33' Target='../media/image27.png' Type='http://schemas.openxmlformats.org/officeDocument/2006/relationships/image' />
</Relationships>

</file>

<file path=ppt/slides/_rels/slide29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34' Target='../media/image28.png' Type='http://schemas.openxmlformats.org/officeDocument/2006/relationships/image' />
</Relationships>

</file>

<file path=ppt/slides/_rels/slide30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35' Target='../media/image29.png' Type='http://schemas.openxmlformats.org/officeDocument/2006/relationships/image' />
</Relationships>

</file>

<file path=ppt/slides/_rels/slide3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36' Target='../media/image30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1EFB72A4-C323-48A7-B31D-ED8ADBA5432F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 dirty="0" lang="en-us">
                <a:hlinkClick r:id="rId6"/>
              </a:rPr>
              <a:t>Sales_Insights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823174FB-946C-41F0-864A-073E7752BE53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1/15/2026 7:26:01 AM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venue" id="2" name="slide2">
            <a:extLst>
              <a:ext uri="{FF2B5EF4-FFF2-40B4-BE49-F238E27FC236}">
                <a16:creationId xmlns:a16="http://schemas.microsoft.com/office/drawing/2014/main" id="{2155FB56-80B1-4658-910D-1BC4E60DD71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8250" y="2976562"/>
            <a:ext cx="2095500" cy="904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ales" id="3" name="slide3">
            <a:extLst>
              <a:ext uri="{FF2B5EF4-FFF2-40B4-BE49-F238E27FC236}">
                <a16:creationId xmlns:a16="http://schemas.microsoft.com/office/drawing/2014/main" id="{145DCB4F-7BBC-40B3-8E30-AF356A55490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8250" y="2976562"/>
            <a:ext cx="2095500" cy="904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venue by Markets" id="4" name="slide4">
            <a:extLst>
              <a:ext uri="{FF2B5EF4-FFF2-40B4-BE49-F238E27FC236}">
                <a16:creationId xmlns:a16="http://schemas.microsoft.com/office/drawing/2014/main" id="{1797D98E-50C1-460E-936A-0FE7238A50B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32472"/>
            <a:ext cx="12192000" cy="4993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ales Quantity by Markets" id="5" name="slide5">
            <a:extLst>
              <a:ext uri="{FF2B5EF4-FFF2-40B4-BE49-F238E27FC236}">
                <a16:creationId xmlns:a16="http://schemas.microsoft.com/office/drawing/2014/main" id="{329377A5-7D68-48D0-AADB-0108A0C5259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32472"/>
            <a:ext cx="12192000" cy="4993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op 5 Customers" id="6" name="slide6">
            <a:extLst>
              <a:ext uri="{FF2B5EF4-FFF2-40B4-BE49-F238E27FC236}">
                <a16:creationId xmlns:a16="http://schemas.microsoft.com/office/drawing/2014/main" id="{EF311369-8A3A-4C9E-8B23-51717001766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32472"/>
            <a:ext cx="12192000" cy="4993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op 5 Products" id="7" name="slide7">
            <a:extLst>
              <a:ext uri="{FF2B5EF4-FFF2-40B4-BE49-F238E27FC236}">
                <a16:creationId xmlns:a16="http://schemas.microsoft.com/office/drawing/2014/main" id="{00CA60A7-DEB5-42D4-BACC-69A909A7F84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32472"/>
            <a:ext cx="12192000" cy="4993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venue by Year" id="8" name="slide8">
            <a:extLst>
              <a:ext uri="{FF2B5EF4-FFF2-40B4-BE49-F238E27FC236}">
                <a16:creationId xmlns:a16="http://schemas.microsoft.com/office/drawing/2014/main" id="{AF11974D-07C3-49F5-AE7B-F5E2694BB12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77184"/>
            <a:ext cx="12192000" cy="4703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Year" id="9" name="slide9">
            <a:extLst>
              <a:ext uri="{FF2B5EF4-FFF2-40B4-BE49-F238E27FC236}">
                <a16:creationId xmlns:a16="http://schemas.microsoft.com/office/drawing/2014/main" id="{7227850E-2056-4F0E-BF62-F56145E6BA98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7775" y="3171825"/>
            <a:ext cx="2076450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onth" id="10" name="slide10">
            <a:extLst>
              <a:ext uri="{FF2B5EF4-FFF2-40B4-BE49-F238E27FC236}">
                <a16:creationId xmlns:a16="http://schemas.microsoft.com/office/drawing/2014/main" id="{A2FD3FB3-3C99-452B-A0E6-40B0C090807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7475" y="3128962"/>
            <a:ext cx="6877050" cy="60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venue Analysis" id="11" name="slide11">
            <a:extLst>
              <a:ext uri="{FF2B5EF4-FFF2-40B4-BE49-F238E27FC236}">
                <a16:creationId xmlns:a16="http://schemas.microsoft.com/office/drawing/2014/main" id="{028B277E-5877-449B-B472-99964837A361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7477"/>
            <a:ext cx="12192000" cy="548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ofit Analysis" id="12" name="slide12">
            <a:extLst>
              <a:ext uri="{FF2B5EF4-FFF2-40B4-BE49-F238E27FC236}">
                <a16:creationId xmlns:a16="http://schemas.microsoft.com/office/drawing/2014/main" id="{70BEDCEA-F1A5-42C1-92A0-6363F79B37FD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7477"/>
            <a:ext cx="12192000" cy="548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ofit" id="13" name="slide13">
            <a:extLst>
              <a:ext uri="{FF2B5EF4-FFF2-40B4-BE49-F238E27FC236}">
                <a16:creationId xmlns:a16="http://schemas.microsoft.com/office/drawing/2014/main" id="{70B3BB19-9B73-4B84-B1F2-F52838D5A6E4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9750" y="2976562"/>
            <a:ext cx="952500" cy="904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ofit Margin by Markets" id="14" name="slide14">
            <a:extLst>
              <a:ext uri="{FF2B5EF4-FFF2-40B4-BE49-F238E27FC236}">
                <a16:creationId xmlns:a16="http://schemas.microsoft.com/office/drawing/2014/main" id="{A03F505C-DC50-41D1-93FC-4C3863DC3B78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32472"/>
            <a:ext cx="12192000" cy="4993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ofit margin on Sales amount" id="15" name="slide15">
            <a:extLst>
              <a:ext uri="{FF2B5EF4-FFF2-40B4-BE49-F238E27FC236}">
                <a16:creationId xmlns:a16="http://schemas.microsoft.com/office/drawing/2014/main" id="{3D6DDC0A-B67A-4174-A5FD-17F170B2F4D7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03092"/>
            <a:ext cx="12191999" cy="4851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alculations" id="16" name="slide16">
            <a:extLst>
              <a:ext uri="{FF2B5EF4-FFF2-40B4-BE49-F238E27FC236}">
                <a16:creationId xmlns:a16="http://schemas.microsoft.com/office/drawing/2014/main" id="{AE66D192-FCEC-4474-9516-E5F2320BC724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17914"/>
            <a:ext cx="12192000" cy="4822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ustomer Type" id="17" name="slide17">
            <a:extLst>
              <a:ext uri="{FF2B5EF4-FFF2-40B4-BE49-F238E27FC236}">
                <a16:creationId xmlns:a16="http://schemas.microsoft.com/office/drawing/2014/main" id="{5B141110-084E-4E71-AD5D-7D62975D62DF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68031"/>
            <a:ext cx="12192000" cy="4521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VENUE AND SALES INSIGHTS1" id="18" name="slide18">
            <a:extLst>
              <a:ext uri="{FF2B5EF4-FFF2-40B4-BE49-F238E27FC236}">
                <a16:creationId xmlns:a16="http://schemas.microsoft.com/office/drawing/2014/main" id="{7908EA86-3DDD-42C0-8152-60335E3DC7FA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28"/>
            <a:ext cx="12192000" cy="685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VENUE AND SALES INSIGHTS2" id="19" name="slide19">
            <a:extLst>
              <a:ext uri="{FF2B5EF4-FFF2-40B4-BE49-F238E27FC236}">
                <a16:creationId xmlns:a16="http://schemas.microsoft.com/office/drawing/2014/main" id="{B1E24453-91C9-4173-9B43-0C53FC4E59CB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28"/>
            <a:ext cx="12192000" cy="685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VENUE AND SALES INSIGHTS3" id="20" name="slide20">
            <a:extLst>
              <a:ext uri="{FF2B5EF4-FFF2-40B4-BE49-F238E27FC236}">
                <a16:creationId xmlns:a16="http://schemas.microsoft.com/office/drawing/2014/main" id="{70D6604B-C032-4E20-9129-B561F9A19003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28"/>
            <a:ext cx="12192000" cy="685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VENUE AND SALES INSIGHTS4" id="21" name="slide21">
            <a:extLst>
              <a:ext uri="{FF2B5EF4-FFF2-40B4-BE49-F238E27FC236}">
                <a16:creationId xmlns:a16="http://schemas.microsoft.com/office/drawing/2014/main" id="{F1175501-0A5D-4E89-A1D9-518B92B310B0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28"/>
            <a:ext cx="12192000" cy="685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VENUE AND SALES INSIGHTS5" id="22" name="slide22">
            <a:extLst>
              <a:ext uri="{FF2B5EF4-FFF2-40B4-BE49-F238E27FC236}">
                <a16:creationId xmlns:a16="http://schemas.microsoft.com/office/drawing/2014/main" id="{E991F568-2867-46E2-B221-AC6497810555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28"/>
            <a:ext cx="12192000" cy="685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VENUE AND SALES INSIGHTS6" id="23" name="slide23">
            <a:extLst>
              <a:ext uri="{FF2B5EF4-FFF2-40B4-BE49-F238E27FC236}">
                <a16:creationId xmlns:a16="http://schemas.microsoft.com/office/drawing/2014/main" id="{44E4989B-D055-4C4D-A8B3-A2A630622A0A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28"/>
            <a:ext cx="12192000" cy="685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VENUE AND SALES INSIGHTS7" id="24" name="slide24">
            <a:extLst>
              <a:ext uri="{FF2B5EF4-FFF2-40B4-BE49-F238E27FC236}">
                <a16:creationId xmlns:a16="http://schemas.microsoft.com/office/drawing/2014/main" id="{AA4FC109-A79D-414F-84D3-D48A60721885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28"/>
            <a:ext cx="12192000" cy="685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OFITABILITY PERFORMANCE ANALYSIS1" id="25" name="slide25">
            <a:extLst>
              <a:ext uri="{FF2B5EF4-FFF2-40B4-BE49-F238E27FC236}">
                <a16:creationId xmlns:a16="http://schemas.microsoft.com/office/drawing/2014/main" id="{7B34CB1A-8914-4B17-8556-0030C2FBFDB1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1841" y="0"/>
            <a:ext cx="72283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OFITABILITY PERFORMANCE ANALYSIS2" id="26" name="slide26">
            <a:extLst>
              <a:ext uri="{FF2B5EF4-FFF2-40B4-BE49-F238E27FC236}">
                <a16:creationId xmlns:a16="http://schemas.microsoft.com/office/drawing/2014/main" id="{F9078A2E-B6B8-49EE-A01B-8628162B9C0F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1841" y="0"/>
            <a:ext cx="72283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OFITABILITY PERFORMANCE ANALYSIS3" id="27" name="slide27">
            <a:extLst>
              <a:ext uri="{FF2B5EF4-FFF2-40B4-BE49-F238E27FC236}">
                <a16:creationId xmlns:a16="http://schemas.microsoft.com/office/drawing/2014/main" id="{4C55CDE4-2D81-49FE-9E5D-2FFE9085D0D7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1841" y="0"/>
            <a:ext cx="72283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OFITABILITY PERFORMANCE ANALYSIS4" id="28" name="slide28">
            <a:extLst>
              <a:ext uri="{FF2B5EF4-FFF2-40B4-BE49-F238E27FC236}">
                <a16:creationId xmlns:a16="http://schemas.microsoft.com/office/drawing/2014/main" id="{5DF0C0F1-0969-4B82-B126-848749C44EC8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1841" y="0"/>
            <a:ext cx="72283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OFITABILITY PERFORMANCE ANALYSIS5" id="29" name="slide29">
            <a:extLst>
              <a:ext uri="{FF2B5EF4-FFF2-40B4-BE49-F238E27FC236}">
                <a16:creationId xmlns:a16="http://schemas.microsoft.com/office/drawing/2014/main" id="{53CE3A4F-B2DE-47A1-80BD-9A46266492E2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1841" y="0"/>
            <a:ext cx="72283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OFITABILITY PERFORMANCE ANALYSIS6" id="30" name="slide30">
            <a:extLst>
              <a:ext uri="{FF2B5EF4-FFF2-40B4-BE49-F238E27FC236}">
                <a16:creationId xmlns:a16="http://schemas.microsoft.com/office/drawing/2014/main" id="{66DDFB3A-2879-40B7-8D97-5BF0F6E787FE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1841" y="0"/>
            <a:ext cx="72283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OFITABILITY PERFORMANCE ANALYSIS7" id="31" name="slide31">
            <a:extLst>
              <a:ext uri="{FF2B5EF4-FFF2-40B4-BE49-F238E27FC236}">
                <a16:creationId xmlns:a16="http://schemas.microsoft.com/office/drawing/2014/main" id="{9FAA338E-5A27-4F6D-91FE-4233BA713858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1841" y="0"/>
            <a:ext cx="72283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31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2026-01-15T07:26:06Z</dcterms:created>
  <dcterms:modified xsi:type="dcterms:W3CDTF">2026-01-15T07:26:06Z</dcterms:modified>
</cp:coreProperties>
</file>